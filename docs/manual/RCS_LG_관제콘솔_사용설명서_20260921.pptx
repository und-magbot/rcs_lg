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65041"/>
            <a:ext cx="10323576" cy="56320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32460"/>
            <a:ext cx="10323576" cy="58971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01402"/>
            <a:ext cx="10323576" cy="57592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32976"/>
            <a:ext cx="10323576" cy="52961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4125"/>
            <a:ext cx="10323576" cy="60138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17335"/>
            <a:ext cx="10323576" cy="43274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36242"/>
            <a:ext cx="10323576" cy="62896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30962"/>
            <a:ext cx="10323576" cy="49001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39040"/>
            <a:ext cx="10323576" cy="50840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18564"/>
            <a:ext cx="10323576" cy="63249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15837"/>
            <a:ext cx="10323576" cy="33304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40292"/>
            <a:ext cx="10323576" cy="56815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54212"/>
            <a:ext cx="10323576" cy="38536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91042"/>
            <a:ext cx="10323576" cy="61800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